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열린 카페 키오스크 운영자 매뉴얼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0">
                <a:solidFill>
                  <a:srgbClr val="EEE3D6"/>
                </a:solidFill>
                <a:latin typeface="Malgun Gothic"/>
              </a:rPr>
              <a:t>구조 · 기술 스택 · 데이터 · API · 배포 · 백업/복구 · 테스트 · 문제 해결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EEE3D6"/>
                </a:solidFill>
                <a:latin typeface="Malgun Gothic"/>
              </a:rPr>
              <a:t>열린 카페 주문 키오스크 · 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시스템 한눈에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5120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b="1" sz="1600">
                <a:solidFill>
                  <a:srgbClr val="2F3E4E"/>
                </a:solidFill>
                <a:latin typeface="Malgun Gothic"/>
              </a:rPr>
              <a:t>목적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주일 점심 카페를 만드는 사람 3명만으로 돌린다 — 주문받는 사람 없이 손님이 태블릿에서 직접 주문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2F3E4E"/>
                </a:solidFill>
                <a:latin typeface="Malgun Gothic"/>
              </a:rPr>
              <a:t>구성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태블릿(갤럭시탭 S6 Lite) 한 대가 서버이자 키오스크. Termux 안에서 Spring Boot jar 가 돌고 SQLite 파일에 저장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스태프 폰은 같은 와이파이로 태블릿의 8080 포트에 접속 (설치 없이 브라우저, 홈 화면 아이콘)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외부 서버·클라우드·인터넷 의존 없음. 와이파이만 있으면 된다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2F3E4E"/>
                </a:solidFill>
                <a:latin typeface="Malgun Gothic"/>
              </a:rPr>
              <a:t>저장소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GitHub: fasol/shine_kiosk (main). 릴리스에 jar 와 부팅 스크립트를 올려 태블릿이 받는다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2F3E4E"/>
                </a:solidFill>
                <a:latin typeface="Malgun Gothic"/>
              </a:rPr>
              <a:t>규모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소스 약 7,500줄 (Java 3.4k · TS/TSX 3.7k · CSS/SQL 0.4k), 테스트 4종 (JUnit 99 · E2E 41 · 통합 50 · 마이그레이션 35)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구성도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3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0" y="2240280"/>
            <a:ext cx="457200" cy="365760"/>
          </a:xfrm>
          <a:prstGeom prst="line">
            <a:avLst/>
          </a:prstGeom>
          <a:ln w="31750">
            <a:solidFill>
              <a:srgbClr val="2F3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132320" y="2194560"/>
            <a:ext cx="457200" cy="45720"/>
          </a:xfrm>
          <a:prstGeom prst="line">
            <a:avLst/>
          </a:prstGeom>
          <a:ln w="31750">
            <a:solidFill>
              <a:srgbClr val="2F3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560320" y="3931920"/>
            <a:ext cx="0" cy="228600"/>
          </a:xfrm>
          <a:prstGeom prst="line">
            <a:avLst/>
          </a:prstGeom>
          <a:ln w="31750">
            <a:solidFill>
              <a:srgbClr val="2F3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1280160"/>
            <a:ext cx="4023360" cy="2651760"/>
          </a:xfrm>
          <a:prstGeom prst="roundRect">
            <a:avLst>
              <a:gd name="adj" fmla="val 8000"/>
            </a:avLst>
          </a:prstGeom>
          <a:solidFill>
            <a:srgbClr val="E8EFF6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b="1" sz="1400">
                <a:solidFill>
                  <a:srgbClr val="2B221C"/>
                </a:solidFill>
                <a:latin typeface="Malgun Gothic"/>
              </a:rPr>
              <a:t>태블릿 (갤럭시탭 S6 Lite)</a:t>
            </a:r>
          </a:p>
          <a:p>
            <a:pPr algn="ctr"/>
            <a:r>
              <a:rPr sz="1100">
                <a:solidFill>
                  <a:srgbClr val="7A6F66"/>
                </a:solidFill>
                <a:latin typeface="Malgun Gothic"/>
              </a:rPr>
              <a:t>Termux + OpenJDK 21</a:t>
            </a:r>
          </a:p>
          <a:p>
            <a:pPr algn="ctr"/>
            <a:r>
              <a:rPr sz="1100">
                <a:solidFill>
                  <a:srgbClr val="7A6F66"/>
                </a:solidFill>
                <a:latin typeface="Malgun Gothic"/>
              </a:rPr>
              <a:t>kiosk-server.jar (Spring Boot, :8080)</a:t>
            </a:r>
          </a:p>
          <a:p>
            <a:pPr algn="ctr"/>
            <a:r>
              <a:rPr sz="1100">
                <a:solidFill>
                  <a:srgbClr val="7A6F66"/>
                </a:solidFill>
                <a:latin typeface="Malgun Gothic"/>
              </a:rPr>
              <a:t>SQLite ~/kiosk/data/kiosk.db</a:t>
            </a:r>
          </a:p>
          <a:p>
            <a:pPr algn="ctr"/>
            <a:r>
              <a:rPr sz="1100">
                <a:solidFill>
                  <a:srgbClr val="7A6F66"/>
                </a:solidFill>
                <a:latin typeface="Malgun Gothic"/>
              </a:rPr>
              <a:t>크롬 → /kiosk (키오스크 화면)</a:t>
            </a:r>
          </a:p>
          <a:p>
            <a:pPr algn="ctr"/>
            <a:r>
              <a:rPr sz="1100">
                <a:solidFill>
                  <a:srgbClr val="7A6F66"/>
                </a:solidFill>
                <a:latin typeface="Malgun Gothic"/>
              </a:rPr>
              <a:t>자동 백업 → Download/kiosk-backups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280160"/>
            <a:ext cx="4023360" cy="1828800"/>
          </a:xfrm>
          <a:prstGeom prst="roundRect">
            <a:avLst>
              <a:gd name="adj" fmla="val 8000"/>
            </a:avLst>
          </a:prstGeom>
          <a:solidFill>
            <a:srgbClr val="E6F3EA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b="1" sz="1400">
                <a:solidFill>
                  <a:srgbClr val="2B221C"/>
                </a:solidFill>
                <a:latin typeface="Malgun Gothic"/>
              </a:rPr>
              <a:t>스태프 폰 (1~3대)</a:t>
            </a:r>
          </a:p>
          <a:p>
            <a:pPr algn="ctr"/>
            <a:r>
              <a:rPr sz="1100">
                <a:solidFill>
                  <a:srgbClr val="7A6F66"/>
                </a:solidFill>
                <a:latin typeface="Malgun Gothic"/>
              </a:rPr>
              <a:t>브라우저 → http://&lt;태블릿IP&gt;:8080/staff</a:t>
            </a:r>
          </a:p>
          <a:p>
            <a:pPr algn="ctr"/>
            <a:r>
              <a:rPr sz="1100">
                <a:solidFill>
                  <a:srgbClr val="7A6F66"/>
                </a:solidFill>
                <a:latin typeface="Malgun Gothic"/>
              </a:rPr>
              <a:t>WebSocket 으로 주문 변경 즉시 반영 + 20초 폴링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73736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FBF0DC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b="1" sz="1400">
                <a:solidFill>
                  <a:srgbClr val="2B221C"/>
                </a:solidFill>
                <a:latin typeface="Malgun Gothic"/>
              </a:rPr>
              <a:t>교회 와이파이</a:t>
            </a:r>
          </a:p>
          <a:p>
            <a:pPr algn="ctr"/>
            <a:r>
              <a:rPr sz="1100">
                <a:solidFill>
                  <a:srgbClr val="7A6F66"/>
                </a:solidFill>
                <a:latin typeface="Malgun Gothic"/>
              </a:rPr>
              <a:t>AP 격리 꺼짐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605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1ECE4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b="1" sz="1400">
                <a:solidFill>
                  <a:srgbClr val="2B221C"/>
                </a:solidFill>
                <a:latin typeface="Malgun Gothic"/>
              </a:rPr>
              <a:t>GitHub 릴리스</a:t>
            </a:r>
          </a:p>
          <a:p>
            <a:pPr algn="ctr"/>
            <a:r>
              <a:rPr sz="1100">
                <a:solidFill>
                  <a:srgbClr val="7A6F66"/>
                </a:solidFill>
                <a:latin typeface="Malgun Gothic"/>
              </a:rPr>
              <a:t>kiosk-server.jar · start-kiosk.sh</a:t>
            </a:r>
          </a:p>
          <a:p>
            <a:pPr algn="ctr"/>
            <a:r>
              <a:rPr sz="1100">
                <a:solidFill>
                  <a:srgbClr val="7A6F66"/>
                </a:solidFill>
                <a:latin typeface="Malgun Gothic"/>
              </a:rPr>
              <a:t>태블릿에서 curl 로 받아 교체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291840"/>
            <a:ext cx="6583680" cy="1737360"/>
          </a:xfrm>
          <a:prstGeom prst="roundRect">
            <a:avLst>
              <a:gd name="adj" fmla="val 8000"/>
            </a:avLst>
          </a:prstGeom>
          <a:solidFill>
            <a:srgbClr val="FBF0DC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b="1" sz="1400">
                <a:solidFill>
                  <a:srgbClr val="2B221C"/>
                </a:solidFill>
                <a:latin typeface="Malgun Gothic"/>
              </a:rPr>
              <a:t>한 프로세스 = API + 정적 파일(React) + WebSocket + 백업 스케줄러</a:t>
            </a:r>
          </a:p>
          <a:p>
            <a:pPr algn="ctr"/>
            <a:r>
              <a:rPr sz="1100">
                <a:solidFill>
                  <a:srgbClr val="7A6F66"/>
                </a:solidFill>
                <a:latin typeface="Malgun Gothic"/>
              </a:rPr>
              <a:t>태블릿 크롬은 localhost 로 자기 서버에 붙고, 폰만 와이파이를 탄다</a:t>
            </a:r>
          </a:p>
          <a:p>
            <a:pPr algn="ctr"/>
            <a:r>
              <a:rPr sz="1100">
                <a:solidFill>
                  <a:srgbClr val="7A6F66"/>
                </a:solidFill>
                <a:latin typeface="Malgun Gothic"/>
              </a:rPr>
              <a:t>외부 서버·인터넷 없음. 릴리스 jar 는 업데이트 때만 curl 로 받는다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833372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2F3E4E"/>
                </a:solidFill>
                <a:latin typeface="Malgun Gothic"/>
              </a:rPr>
              <a:t>HTTP / WebSocket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77294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750"/>
                <a:gridCol w="4571876"/>
                <a:gridCol w="4876668"/>
              </a:tblGrid>
              <a:tr h="345809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영역</a:t>
                      </a:r>
                    </a:p>
                  </a:txBody>
                  <a:tcPr marL="54864" marR="54864" marT="27432" marB="27432">
                    <a:solidFill>
                      <a:srgbClr val="2F3E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기술</a:t>
                      </a:r>
                    </a:p>
                  </a:txBody>
                  <a:tcPr marL="54864" marR="54864" marT="27432" marB="27432">
                    <a:solidFill>
                      <a:srgbClr val="2F3E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버전 / 비고</a:t>
                      </a:r>
                    </a:p>
                  </a:txBody>
                  <a:tcPr marL="54864" marR="54864" marT="27432" marB="27432">
                    <a:solidFill>
                      <a:srgbClr val="2F3E4E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백엔드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Java · Spring Boot (Web MVC, WebSocket, Scheduling)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Java 21 · Spring Boot 4.1.1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DB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SQLite (sqlite-jdbc) + HikariCP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파일 하나. WAL 모드, 커넥션 풀 1개 (SQLite 는 쓰기 직렬화)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DB 접근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Spring JdbcClient + SQL 직접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JPA/ORM 없음. Repository 클래스에 SQL 이 보인다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JSON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Jackson 3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null 필드는 생략(non_null) → 클라이언트는 != null 로 비교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프론트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React 19 · TypeScript · Vite 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단일 SPA. /kiosk 와 /staff 두 라우트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스타일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순수 CSS (styles.css 하나)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프레임워크 없음. 어르신용 큰 버튼, 폰용 작은 컴포넌트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빌드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Gradle (멀티 프로젝트) + npm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./gradlew bootJar 가 npm build 까지 돌려 jar 안 static/ 에 넣는다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테스트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JUnit 5 + MockMvc / Playwright / Python 시나리오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서버 99 · 브라우저 41 · 통합 50 · 마이그레이션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배포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Termux + Termux:Boot (안드로이드)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부팅 시 스크립트가 jar 실행. termux-wake-lock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581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런타임 설정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config/application.yml + 환경변수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PIN · 계좌 · DB 경로 · 백업 폴더 · 포트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저장소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680960" cy="5394960"/>
          </a:xfrm>
          <a:prstGeom prst="roundRect">
            <a:avLst>
              <a:gd name="adj" fmla="val 8000"/>
            </a:avLst>
          </a:prstGeom>
          <a:solidFill>
            <a:srgbClr val="2B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7452360" cy="5257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shine_kiosk/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├─ build.gradle, settings.gradle    루트. bootJar 가 client 빌드를 먼저 돌림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├─ server/                           Spring Boot (Java 21)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└─ src/main/java/church/kiosk/    (다음 장)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   src/main/resources/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     application.yml              기본 설정 (환경변수로 덮어씀)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     schema.sql                   테이블 (IF NOT EXISTS, 매 기동 실행)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     seed-*.sql                   첫 설치 때만 들어가는 기본 데이터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   src/test/java/church/kiosk/    JUnit + MockMvc 99개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├─ client/                           React + Vite + TypeScript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├─ src/kiosk/                     주문 화면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├─ src/staff/                     스태프 화면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├─ src/shared/                    API · 타입 · 규칙 · 장바구니 · 문자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├─ e2e/                           Playwright 41개, _capture.mjs(매뉴얼 캡처)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└─ public/                        아이콘, manifest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├─ config/application.example.yml   실제 값은 config/application.yml (git 제외)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├─ deploy/start-kiosk.sh, README.md 태블릿 부팅 스크립트 · 설치 가이드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├─ tools/integration.py             통합 시나리오 50 (빈 DB 서버에)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tools/migration_test.py          옛 jar → 새 jar 업데이트 검증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tools/build_manuals.py           이 매뉴얼 생성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├─ docs/manual-test.md              직접 해보는 테스트 시나리오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└─ README.md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143000"/>
            <a:ext cx="3566160" cy="5303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b="1" sz="1300">
                <a:solidFill>
                  <a:srgbClr val="2F3E4E"/>
                </a:solidFill>
                <a:latin typeface="Malgun Gothic"/>
              </a:rPr>
              <a:t>빌드 산출물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server/build/libs/kiosk-server.jar (약 38MB, 프론트 포함)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2F3E4E"/>
                </a:solidFill>
                <a:latin typeface="Malgun Gothic"/>
              </a:rPr>
              <a:t>git 에 없는 것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config/application.yml (PIN·계좌)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data/kiosk.db, backups/ (로컬 실행 데이터)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client/node_modules, dist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2F3E4E"/>
                </a:solidFill>
                <a:latin typeface="Malgun Gothic"/>
              </a:rPr>
              <a:t>줄 끝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.gitattributes 로 *.sh, *.yml 은 LF 고정 (Termux 에서 CRLF 스크립트가 안 돌기 때문)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백엔드 패키지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680960" cy="5394960"/>
          </a:xfrm>
          <a:prstGeom prst="roundRect">
            <a:avLst>
              <a:gd name="adj" fmla="val 8000"/>
            </a:avLst>
          </a:prstGeom>
          <a:solidFill>
            <a:srgbClr val="2B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7452360" cy="5257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church.kiosk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├─ KioskServerApplication   진입점. 시간대 Asia/Seoul 고정, @EnableScheduling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├─ config/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├─ DataSourceConfig      SQLite 경로, WAL, 커넥션 풀 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├─ SchemaMigration       기동 시 컬럼 추가 · 데이터 보정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├─ SeedData              빈 테이블에만 seed-*.sql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├─ BackupService         VACUUM INTO 백업 (기동 시 + 04:00, 10개 유지)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├─ KioskProperties       kiosk.* 설정 바인딩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└─ WebConfig · WebSocketConfig · SpaForwardController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├─ staff/     StaffController(/api/staff-auth) · StaffTokenStore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           StaffAuthInterceptor(X-Staff-Token 검사)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├─ menu/      MenuController(공개) · MenuAdminController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           MenuCategoryController · Menu*Repository · MenuDtos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├─ coupon/    CouponController · CouponService · CouponRepository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           Coupon · ChargePolicy(충전 등급/상한)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├─ order/     OrderController(공개) · StaffOrderController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           OrderService(돈 계산 전부) · OrderRepository · OrderDtos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├─ customer/  단골 명단 (최근 21일 주문 이름)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├─ report/    ReportController(집계 · CSV · 백업 zip) · ReportRepository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├─ realtime/  KioskEventHandler (WebSocket /ws, ORDERS_CHANGED)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└─ support/   Validation(입력 규칙) · BusinessException(400)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              ApiExceptionHandler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143000"/>
            <a:ext cx="3566160" cy="5303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b="1" sz="1300">
                <a:solidFill>
                  <a:srgbClr val="2F3E4E"/>
                </a:solidFill>
                <a:latin typeface="Malgun Gothic"/>
              </a:rPr>
              <a:t>계층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Controller: 요청/응답 DTO 만. 검증 어노테이션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Service: 규칙과 트랜잭션 (@Transactional). 돈 계산은 전부 OrderService · CouponService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Repository: JdbcClient + SQL. 결과는 record 로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2F3E4E"/>
                </a:solidFill>
                <a:latin typeface="Malgun Gothic"/>
              </a:rPr>
              <a:t>오류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BusinessException → 400 {"message": "…"} 한글 그대로 화면에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2F3E4E"/>
                </a:solidFill>
                <a:latin typeface="Malgun Gothic"/>
              </a:rPr>
              <a:t>인증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/api/staff/** 는 X-Staff-Token 헤더. PIN 으로 /api/staff-auth/login 에서 발급. 서버 재시작 시 토큰 초기화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백엔드 핵심 클래스와 책임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7729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908"/>
                <a:gridCol w="8810386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클래스</a:t>
                      </a:r>
                    </a:p>
                  </a:txBody>
                  <a:tcPr marL="54864" marR="54864" marT="27432" marB="27432">
                    <a:solidFill>
                      <a:srgbClr val="2F3E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하는 일</a:t>
                      </a:r>
                    </a:p>
                  </a:txBody>
                  <a:tcPr marL="54864" marR="54864" marT="27432" marB="27432">
                    <a:solidFill>
                      <a:srgbClr val="2F3E4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OrderService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주문 생성(가격은 서버가 메뉴표에서), 멱등(clientRequestId), 쿠폰 적용, 수정(환불→재차감, 거스름돈 흡수), 정산(settle), 거스름돈 쿠폰 충전(쿠폰 주문은 자동, 새 쿠폰 만들며 넣기), 완료(거스름돈 남으면 거부), 되돌리기, 취소(환불 수단 기록)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CouponService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조회(동명이인 후보), 등록/충전(ChargePolicy: 30,000 상한, 20,000→1잔·30,000→2잔), 번호/이름 변경, 정정, 삭제 가드, 주문 차감/환불/거스름돈 충전(무료잔은 거스름돈 금액 기준), 잔액 0 쿠폰 만들기, 한 달 이력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ChargePolicy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충전 등급과 상한 한 곳. /api/staff/coupons/preset 으로 화면에 내려준다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Validation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휴대폰 11자리, 이름 20/메뉴 30/선택지 10/메모 200자, 가격 100원 단위·10만 이하, 잔액 100만, 수량 99, 줄 50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SchemaMigration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COLUMNS 목록에 없는 컬럼을 ALTER 로 추가 + 보정(settled 채우기, 옛 메모→낸 돈), phone_last4 제거, 카테고리 표 생성, 옵션 그룹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BackupService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VACUUM INTO 로 일관된 스냅샷. backup-dir 에 kiosk-backup-날짜.db, 10개 유지. 다운로드용 임시 스냅샷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ReportRepository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일별 집계(취소 제외) + 쿠폰 충전 입금 + 돌려준 돈(취소 포함)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KioskEventHandler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/ws 접속 목록 유지, 주문 변경 시 ORDERS_CHANGED 전송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StaffTokenStore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메모리 토큰. 검사/발급/폐기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프론트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680960" cy="5394960"/>
          </a:xfrm>
          <a:prstGeom prst="roundRect">
            <a:avLst>
              <a:gd name="adj" fmla="val 8000"/>
            </a:avLst>
          </a:prstGeom>
          <a:solidFill>
            <a:srgbClr val="2B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7452360" cy="5257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client/src/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├─ main.tsx                경로로 KioskApp / StaffApp 분기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├─ styles.css              전체 스타일 (CSS 변수, 큰 버튼, 폰 카드)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├─ shared/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├─ api.ts               fetch 래퍼 + 모든 엔드포인트 + WebSocket 구독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├─ types.ts             서버 DTO 와 1:1 타입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├─ rules.ts             Validation.java 와 같은 값 (형식 · 길이 · 단위)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├─ cart.ts              장바구니: 한 잔씩 옵션/사역자 토글, 그룹 배타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├─ sms.ts               sms: 링크(iOS/Android), 잔액 문자 본문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├─ Switch.tsx           판매중/품절 스위치 (role=switch)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└─ useAutoReload.ts     번들 해시 비교 → 새 버전이면 새로고침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├─ kiosk/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├─ KioskApp.tsx         단계 상태기계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│                       menu→cart→payment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│                       →(transfer|coupon|cash)→name→done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├─ MenuStep · CartStep · ChoiceSteps(결제 수단)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│  └─ PaymentSteps(이체/쿠폰/현금) · NameStep · NamePicker · DoneStep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└─ staff/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   ├─ StaffApp.tsx         로그인 상태, 탭, 상단 집계, WS+20초 폴링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   ├─ LoginPage · OrdersTab(카드 · 정산 · 취소) · EditOrderModal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   ├─ CouponTab · ReportTab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   └─ SettingsTab(홈 목록) · MenuAdmin · OptionAdmin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      · CategoryAdmin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143000"/>
            <a:ext cx="3566160" cy="5303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b="1" sz="1300">
                <a:solidFill>
                  <a:srgbClr val="2F3E4E"/>
                </a:solidFill>
                <a:latin typeface="Malgun Gothic"/>
              </a:rPr>
              <a:t>원칙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가격은 클라이언트가 보내지 않는다 — variantId/optionIds 만. 서버가 메뉴표로 계산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서버가 null 을 생략하므로 옵션 필드는 != null 로 검사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키오스크는 2분 idle 이면 초기화, 첫 화면에서만 자동 새로고침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주문 요청마다 clientRequestId(UUID) 를 붙여 재전송 시 중복 방지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2F3E4E"/>
                </a:solidFill>
                <a:latin typeface="Malgun Gothic"/>
              </a:rPr>
              <a:t>빌드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npm run build → dist/ → jar 의 static/. index.html 은 no-cache, 자산은 해시 파일명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DB 스키마 (SQLite, 11 테이블)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77293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391"/>
                <a:gridCol w="5776175"/>
                <a:gridCol w="3575727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테이블</a:t>
                      </a:r>
                    </a:p>
                  </a:txBody>
                  <a:tcPr marL="54864" marR="54864" marT="27432" marB="27432">
                    <a:solidFill>
                      <a:srgbClr val="2F3E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주요 컬럼</a:t>
                      </a:r>
                    </a:p>
                  </a:txBody>
                  <a:tcPr marL="54864" marR="54864" marT="27432" marB="27432">
                    <a:solidFill>
                      <a:srgbClr val="2F3E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메모</a:t>
                      </a:r>
                    </a:p>
                  </a:txBody>
                  <a:tcPr marL="54864" marR="54864" marT="27432" marB="27432">
                    <a:solidFill>
                      <a:srgbClr val="2F3E4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menu_category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id, name, sort_order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키오스크 탭 순서. 이름 변경은 menu_item/menu_option.category 에 전파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menu_item / menu_variant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name, category, sort_order, available / label(ICE·HOT), price, available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가격은 variant 에. 삭제 시 지난 주문은 스냅샷이라 무관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menu_option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name, price, category, option_group, available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같은 그룹은 한 잔에 하나 (샷 추가/연하게 = 농도)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delivery_place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floor, name, active, sort_order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배달을 없애 쓰지 않음. 옛 주문의 place_id 때문에 테이블만 남김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coupon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name, phone(숫자 11자리), balance, free_drinks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phone_last4 는 phone 에서 계산 (컬럼 제거됨)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coupon_tx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coupon_id, order_id, delta, free_delta, reason(CHARGE·USE·REFUND·ADJUST), balance_after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거스름돈 충전은 CHARGE + order_id, free_delta 는 거스름돈 금액 기준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customer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name, order_count, last_ordered_at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단골 명단 (21일)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orders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order_date, order_no, customer_name, receive_type(늘 STORE), place_*(옛 배달), total_amount, staff_free_amount, pay_method, remainder_method, coupon_id, coupon_amount, free_amount, free_item_name, cash_amount, transfer_amount, settled_cash, settled_transfer, cash_given, change_credited, change_paid, refund_cash, refund_transfer, status, memo, edited_at, edit_note, client_request_id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다음 장 "돈 모델"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order_line / order_line_option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menu_name, variant_label, unit_price, quantity, staff_free_qty / option name, price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주문 시점 스냅샷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주문의 돈 모델 (orders 컬럼 읽는 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5120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금액 구성 (항상 성립)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total_amount = free_amount + coupon_amount + cash_amount + transfer_amount   (staff_free_amount 는 total 밖)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실제로 받은 돈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settled_cash / settled_transfer = 손에 들어온 현금/이체. cash_amount − settled_cash &gt; 0 이면 "더 받을 돈", &lt; 0 이면 "돌려줄 돈". 둘 다 0 이어야 완료 가능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키오스크 현금 (cash_given 이 있는 주문)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cash_given = 손님이 낸 현금. 남은 거스름돈(changeDue) = cash_given − cash_amount − change_credited(쿠폰에 넣은 잔돈) − change_paid(옛 주문에서 현금으로 준 것)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수정 시 settled_cash = min(cash_amount, cash_given − change_credited − change_paid) → 늘어난 몫은 거스름돈에서 흡수, 넘는 만큼만 더 받기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거스름돈은 늘 쿠폰으로: 쿠폰 주문은 생성·수정·완료 때 남은 거스름돈을 그 쿠폰에 자동 CHARGE. 아니면 change-to-coupon / change-to-new-coupon. changeDue &gt; 0 이면 완료 거부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돌려준 돈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refund_cash / refund_transfer = 정산·취소로 돌려준 금액 (쿠폰에 넣은 건 coupon_tx REFUND). 매출 탭 "돌려준 돈" 은 취소 주문까지 합산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쿠폰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쿠폰 주문 수정: 기존 차감을 REFUND 하고 원래 뺐던 금액을 상한으로 다시 USE. 늘어난 몫은 더 받을 돈 (쿠폰에서 빼기 선택 시 USE 추가). 취소하면 coupon_amount 전부 REFUND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API — 공개 (키오스크)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77294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3126"/>
                <a:gridCol w="6444168"/>
              </a:tblGrid>
              <a:tr h="35204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메서드 · 경로</a:t>
                      </a:r>
                    </a:p>
                  </a:txBody>
                  <a:tcPr marL="54864" marR="54864" marT="27432" marB="27432">
                    <a:solidFill>
                      <a:srgbClr val="2F3E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용도</a:t>
                      </a:r>
                    </a:p>
                  </a:txBody>
                  <a:tcPr marL="54864" marR="54864" marT="27432" marB="27432">
                    <a:solidFill>
                      <a:srgbClr val="2F3E4E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GET /api/menu · /api/menu/categories · /api/menu/options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판매중 메뉴(카테고리→메뉴 순), 탭 목록(빈 카테고리 포함), 옵션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GET /api/customers/regulars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단골 이름 (가나다순)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POST /api/coupons/lookup {name, phoneLast4?}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FOUND / NOT_FOUND / NEED_PHONE(candidates: id·뒤4자리). 전체 번호는 내려주지 않음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POST /api/orders/coupon-preview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쿠폰 적용 미리보기 (무료 1잔, 차감, 나머지)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POST /api/orders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주문 생성 (받는 방법 없음). lines[{variantId, quantity, optionIds, staffFreeQty}], payMethod, couponId, useFreeDrink, remainderMethod, cashGiven, memo, clientRequestId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GET /api/orders/payment-info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계좌 안내 문구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WS /ws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ORDERS_CHANGED 알림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API — 스태프 (X-Staff-Token)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77294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7543"/>
                <a:gridCol w="5799751"/>
              </a:tblGrid>
              <a:tr h="34580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메서드 · 경로</a:t>
                      </a:r>
                    </a:p>
                  </a:txBody>
                  <a:tcPr marL="54864" marR="54864" marT="27432" marB="27432">
                    <a:solidFill>
                      <a:srgbClr val="2F3E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용도</a:t>
                      </a:r>
                    </a:p>
                  </a:txBody>
                  <a:tcPr marL="54864" marR="54864" marT="27432" marB="27432">
                    <a:solidFill>
                      <a:srgbClr val="2F3E4E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POST /api/staff-auth/login {pin} · logout · GET check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토큰 발급/폐기/확인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GET /api/staff/orders?status=PENDING|DONE|CANCELED · GET summary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PENDING 은 날짜 무관 전부, 나머지는 오늘. 오늘 집계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PUT /api/staff/orders/{id}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수정 (이름·줄·메모). 결제 수단 불변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POST …/{id}/done · reopen · cancel {method, refundToCouponId}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완료(거스름돈이 남으면 거부) · 되돌리기 · 취소(환불 수단)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POST …/{id}/settle {method, couponId}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돌려줄 돈(CASH/TRANSFER/COUPON) 또는 더 받을 돈(CASH/TRANSFER/COUPON) 처리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POST …/{id}/change-to-coupon {couponId}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거스름돈을 쿠폰에 충전 (무료잔은 거스름돈 금액 기준)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POST …/{id}/change-to-new-coupon {name, phone}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쿠폰을 잔액 0 으로 만들고 거스름돈 충전. 만든 쿠폰을 돌려줌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/api/staff/coupons: POST(등록) · lookup · ?name= · GET {id} · {id}/history · PUT {id}/name · {id}/phone · POST {id}/charge · {id}/adjust · DELETE · GET preset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쿠폰 관리 전부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/api/staff/menu (CRUD, {id}/available, PUT order) · /options · /api/staff/categories (CRUD, order)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설정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581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/api/staff/reports: days · orders?date · days.csv · orders.csv?date · backup.zip · backup.db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매출 · CSV · 백업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결제·쿠폰 규칙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5120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결제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계좌이체 / 쿠폰 / 현금. 전부 사역자 무료면 NONE (결제 없음). 낼 금액이 0 인데 수단이 있으면 거부, 반대도 거부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현금은 cashGiven 을 함께 보내면 거스름돈 안내가 생긴다 (낸 돈 &lt; 낼 돈이면 거부). 거스름돈은 현금으로 주지 않고 쿠폰에 충전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쿠폰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주문 금액 전액 차감. 잔액 부족분은 remainderMethod(CASH/TRANSFER) 로. 무료 1잔 = 돈 내는 잔 중 가장 비싼 잔(옵션 포함)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등록/충전은 한 번에 30,000원까지. 20,000 이상 1잔, 30,000 이면 2잔 (충전 금액 기준, 누적 아님). 거스름돈 충전도 거스름돈 금액만 기준 (잔액과 합산 안 함). 정정은 100만원까지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전화번호 필수(11자리). 번호 없는 옛 쿠폰은 충전 잠김. 같은 이름 + 같은 뒤 4자리 금지. 쓰인 쿠폰은 삭제 불가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옵션·사역자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옵션은 카테고리별, 같은 그룹은 한 잔에 하나. staffFreeQty ≤ quantity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수정·정산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수정은 PENDING 만. 완료/취소된 주문은 되돌리기 후. 정산 전 완료 불가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늘어남: 거스름돈 흡수 → 넘는 만큼 현금/이체/쿠폰에서 빼기. 줄어듦: 낸 현금 있으면 거스름돈 증가(→ 쿠폰), 없으면 현금/이체/쿠폰으로 돌려주기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한도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한 줄 99잔, 한 주문 50줄, 이름 20자, 메뉴 30자, 선택지 10자, 메모 200자, 가격 100원 단위 10만 이하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설정 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77293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3021"/>
                <a:gridCol w="2050417"/>
                <a:gridCol w="2306719"/>
                <a:gridCol w="4357136"/>
              </a:tblGrid>
              <a:tr h="355309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키 (application.yml)</a:t>
                      </a:r>
                    </a:p>
                  </a:txBody>
                  <a:tcPr marL="54864" marR="54864" marT="27432" marB="27432">
                    <a:solidFill>
                      <a:srgbClr val="2F3E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환경변수</a:t>
                      </a:r>
                    </a:p>
                  </a:txBody>
                  <a:tcPr marL="54864" marR="54864" marT="27432" marB="27432">
                    <a:solidFill>
                      <a:srgbClr val="2F3E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기본값</a:t>
                      </a:r>
                    </a:p>
                  </a:txBody>
                  <a:tcPr marL="54864" marR="54864" marT="27432" marB="27432">
                    <a:solidFill>
                      <a:srgbClr val="2F3E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54864" marR="54864" marT="27432" marB="27432">
                    <a:solidFill>
                      <a:srgbClr val="2F3E4E"/>
                    </a:solidFill>
                  </a:tcPr>
                </a:tc>
              </a:tr>
              <a:tr h="35530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server.port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KIOSK_PORT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8080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태블릿과 폰이 붙는 포트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530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kiosk.db-path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KIOSK_DB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./data/kiosk.db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SQLite 파일. 태블릿은 ~/kiosk/data/kiosk.db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5530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kiosk.staff-pin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KIOSK_STAFF_PIN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1234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스태프 PIN. 실제 값은 config/application.yml 에만 (git 제외)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530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kiosk.bank-account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KIOSK_BANK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(안내 문구)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계좌이체 화면에 그대로 보임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5530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kiosk.backup-dir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KIOSK_BACKUP_DIR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./backups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자동 백업 폴더. 태블릿은 ~/storage/downloads/kiosk-backups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531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kiosk.regular-customer-days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21C"/>
                          </a:solidFill>
                          <a:latin typeface="Malgun Gothic"/>
                        </a:rPr>
                        <a:t>단골 명단 기간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7A6F66"/>
                </a:solidFill>
                <a:latin typeface="Malgun Gothic"/>
              </a:rPr>
              <a:t>읽는 순서: jar 안 application.yml → 실행 폴더의 config/application.yml → 환경변수(가장 우선). 태블릿 스크립트는 ~/kiosk/env.sh 가 있으면 source 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빌드 · 로컬 실행 · 테스트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680960" cy="5394960"/>
          </a:xfrm>
          <a:prstGeom prst="roundRect">
            <a:avLst>
              <a:gd name="adj" fmla="val 8000"/>
            </a:avLst>
          </a:prstGeom>
          <a:solidFill>
            <a:srgbClr val="2B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7452360" cy="5257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# 빌드 (프론트 포함, 약 1분) → server/build/libs/kiosk-server.jar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./gradlew bootJar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# 로컬 실행 (config/application.yml 의 PIN/계좌 사용)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java -jar server/build/libs/kiosk-server.jar      --spring.config.additional-location=file:./config/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#   http://localhost:8080/kiosk  ·  /staff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# 프론트만 개발 서버 (API 는 8080 으로 프록시)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cd client &amp;&amp; npm run dev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# 테스트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./gradlew :server:test          # JUnit 99 (임시 SQLite, 테스트마다 초기화)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cd client &amp;&amp; npm run e2e        # Playwright 41 (jar 를 8091 에 띄움)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# 통합 시나리오 50 — 반드시 빈 DB 서버에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KIOSK_PORT=8092 KIOSK_DB=/tmp/it/kiosk.db KIOSK_STAFF_PIN=1234   java -jar server/build/libs/kiosk-server.jar &amp;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python tools/integration.py http://localhost:8092 1234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# 업데이트 검증 (옛 릴리스 jar → 새 jar)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gh release download v0.1.1 -p kiosk-server.jar -D /tmp/old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python tools/migration_test.py /tmp/old/kiosk-server.jar        server/build/libs/kiosk-server.jar /tmp/mig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# 매뉴얼 캡처 → PPT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KIOSK_PORT=8094 KIOSK_STAFF_PIN=1234 KIOSK_DB=/tmp/cap/kiosk.db java -jar … &amp;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cd client &amp;&amp; node e2e/_capture.mjs ../build/shots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python tools/build_manuals.py build/shots docs/manual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143000"/>
            <a:ext cx="3566160" cy="5303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b="1" sz="1300">
                <a:solidFill>
                  <a:srgbClr val="2F3E4E"/>
                </a:solidFill>
                <a:latin typeface="Malgun Gothic"/>
              </a:rPr>
              <a:t>요구 사항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JDK 21, Node 20+, 크롬(E2E), Python 3 (도구)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2F3E4E"/>
                </a:solidFill>
                <a:latin typeface="Malgun Gothic"/>
              </a:rPr>
              <a:t>Windows 주의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gh release 는 Git Bash 에서 슬래시 경로로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curl 로 한글 JSON 보내면 CP949 깨짐 → Python 사용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2F3E4E"/>
                </a:solidFill>
                <a:latin typeface="Malgun Gothic"/>
              </a:rPr>
              <a:t>테스트 데이터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통합/마이그레이션 스크립트는 주문·쿠폰을 실제로 만든다. 운영 DB 에 절대 돌리지 말 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태블릿 배포 (Termux)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680960" cy="5394960"/>
          </a:xfrm>
          <a:prstGeom prst="roundRect">
            <a:avLst>
              <a:gd name="adj" fmla="val 8000"/>
            </a:avLst>
          </a:prstGeom>
          <a:solidFill>
            <a:srgbClr val="2B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7452360" cy="5257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# 1) 앱: Termux 본체 + Termux:Boot 를 GitHub 릴리스(또는 F-Droid)에서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#    Play 스토어 버전 금지. 두 앱 배터리 최적화 제외. Termux:Boot 한 번 열기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# 2) Termux 초기 설정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pkg update &amp;&amp; pkg upgrade -y &amp;&amp; pkg install -y openjdk-21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termux-setup-storage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mkdir -p ~/kiosk/data ~/kiosk/config ~/.termux/boot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# 3) jar + 부팅 스크립트 (GitHub 릴리스에서)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R=https://github.com/Danjjinbibbang/shine_kiosk/releases/latest/download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curl -L -o ~/kiosk/kiosk-server.jar        $R/kiosk-server.jar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curl -L -o ~/.termux/boot/start-kiosk.sh   $R/start-kiosk.sh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sed -i 's/\r$//' ~/.termux/boot/start-kiosk.sh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chmod +x ~/.termux/boot/start-kiosk.sh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# 4) 운영 값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cat &gt; ~/kiosk/config/application.yml &lt;&lt;'YML'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kiosk: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  staff-pin: "0000"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  bank-account: "국민 123-45-678901 (열린교회)"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YML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# 5) 첫 실행과 확인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~/.termux/boot/start-kiosk.sh &amp;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tail -f ~/kiosk/kiosk.log     # "Started KioskServerApplication" (30~40초)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ifconfig wlan0 | grep inet    # 폰이 붙을 태블릿 IP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# 태블릿 크롬 http://localhost:8080/kiosk → 홈 화면에 추가 (전체화면)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1E9DD"/>
                </a:solidFill>
                <a:latin typeface="Consolas"/>
              </a:rPr>
              <a:t># 폰 브라우저 http://&lt;IP&gt;:8080/staff     → 홈 화면에 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143000"/>
            <a:ext cx="3566160" cy="5303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b="1" sz="1300">
                <a:solidFill>
                  <a:srgbClr val="2F3E4E"/>
                </a:solidFill>
                <a:latin typeface="Malgun Gothic"/>
              </a:rPr>
              <a:t>start-kiosk.sh 가 하는 일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termux-wake-lock (화면 꺼져도 유지)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KIOSK_DB, KIOSK_BACKUP_DIR 설정, ~/kiosk/env.sh 있으면 source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이미 떠 있으면 종료 (pgrep 가드)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java -Xmx512m -jar … &gt;&gt; ~/kiosk/kiosk.log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2F3E4E"/>
                </a:solidFill>
                <a:latin typeface="Malgun Gothic"/>
              </a:rPr>
              <a:t>주의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스크립트가 CRLF 면 "no such file" — sed 로 LF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AP 격리(클라이언트 간 통신 차단)가 켜진 와이파이면 폰이 못 붙는다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B221C"/>
                </a:solidFill>
                <a:latin typeface="Malgun Gothic"/>
              </a:rPr>
              <a:t>•  JVM 시간대는 코드에서 Asia/Seoul 고정 (Termux 기본 UTC)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업데이트 절차 (PC → 태블릿)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5120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PC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1. 테스트: ./gradlew :server:test → npm run e2e → (선택) tools/integration.py, tools/migration_test.py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2. ./gradlew bootJar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3. Git Bash: gh release create v0.x.y server/build/libs/kiosk-server.jar deploy/start-kiosk.sh -t "v0.x.y" -n "변경 요약"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태블릿 (Termux)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4. 백업: cp ~/kiosk/data/kiosk.db ~/storage/downloads/kiosk-before-update.db  (또는 폰에서 백업 내려받기)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5. curl -L -o ~/kiosk/kiosk-server.jar https://github.com/Danjjinbibbang/shine_kiosk/releases/latest/download/kiosk-server.jar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6. pkill -f kiosk-server.jar; ~/.termux/boot/start-kiosk.sh &amp;   (또는 재부팅)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7. tail -f ~/kiosk/kiosk.log 에서 "컬럼 추가", "Started" 확인. 폰/태블릿 화면은 1분 안에 자동 새로고침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되돌리기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옛 jar 로 바꾸고 백업 DB 를 ~/kiosk/data/kiosk.db 에 복사 후 재시작. 새 jar 가 추가한 컬럼은 옛 jar 가 무시하므로 DB 만으로도 대개 동작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스키마 변경은 자동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SchemaMigration 이 기동 때 없는 컬럼을 추가하고 데이터를 보정한다. 수동 SQL 불필요. 옛 릴리스(v0.1.x) DB 그대로 올려도 된다 (tools/migration_test.py 로 검증)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백업과 복구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5120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자동 백업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기동 시 + 매일 04:00, VACUUM INTO 로 일관된 스냅샷. 태블릿: 내 파일 &gt; 다운로드 &gt; kiosk-backups/kiosk-backup-YYYY-MM-DD.db (10개 유지)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폰에서 내려받기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스태프 &gt; 매출 &gt; 백업 내려받기 → kiosk-backup-날짜.zip = kiosk.db(복구용) + 쿠폰 잔액.csv + 매출-일별.csv + 주문-전체.csv + 읽어주세요.txt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태블릿이 고장 나면 태블릿 안의 자동 백업도 같이 사라진다. 한 달에 한 번은 폰이나 드라이브로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복구 (새 태블릿 또는 초기화)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1. 위 배포 절차로 Termux + jar 설치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2. 백업의 kiosk.db 를 ~/kiosk/data/kiosk.db 에 복사 (zip 이면 풀어서)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3. 서버 시작. 옛 버전 백업이라도 SchemaMigration 이 맞춰 준다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일부만 살리기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CSV(쿠폰 잔액)를 보고 스태프 화면에서 다시 등록 + 정정. 주문 기록은 CSV 로 보관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무결성 점검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sqlite3 kiosk.db "PRAGMA integrity_check"  · 백업 파일 앞 16바이트가 "SQLite format 3"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성능 · 운영 특성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5120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용량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주일 한 번 수십~수백 건. SQLite 파일은 수 MB. 태블릿 저장 공간 걱정 없음. JVM -Xmx512m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기동 30~40초 (태블릿). 요청 응답은 수 ms. 프론트 번들 ~340KB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동시성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커넥션 풀 1 + 트랜잭션 → 주문 번호 중복 없음, 같은 쿠폰 동시 사용 시 잔액 음수 없음 (통합 테스트 M)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키오스크 재전송은 client_request_id UNIQUE 로 한 번만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실시간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폰은 WebSocket 으로 즉시 + 20초 폴링 백업. 끊기면 화면 위 띠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새 버전 배포 시 화면이 index.html 의 번들 해시를 1분마다 비교해 스스로 새로고침 (키오스크는 첫 화면일 때만)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보안 범위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교회 와이파이 안에서만. HTTPS 없음. 스태프 API 는 PIN 토큰, 공개 API 는 메뉴·주문·쿠폰 조회(전화번호는 뒤 4자리만)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PIN 은 config/application.yml 에만. git 이력에 실제 PIN 을 넣지 말 것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2F3E4E"/>
                </a:solidFill>
                <a:latin typeface="Malgun Gothic"/>
              </a:rPr>
              <a:t>시간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주문 날짜/번호는 서버 시각(Asia/Seoul 고정). 폰 시간과 무관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문제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77294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938"/>
                <a:gridCol w="3264480"/>
                <a:gridCol w="5341876"/>
              </a:tblGrid>
              <a:tr h="34580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증상</a:t>
                      </a:r>
                    </a:p>
                  </a:txBody>
                  <a:tcPr marL="54864" marR="54864" marT="27432" marB="27432">
                    <a:solidFill>
                      <a:srgbClr val="2F3E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원인</a:t>
                      </a:r>
                    </a:p>
                  </a:txBody>
                  <a:tcPr marL="54864" marR="54864" marT="27432" marB="27432">
                    <a:solidFill>
                      <a:srgbClr val="2F3E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조치</a:t>
                      </a:r>
                    </a:p>
                  </a:txBody>
                  <a:tcPr marL="54864" marR="54864" marT="27432" marB="27432">
                    <a:solidFill>
                      <a:srgbClr val="2F3E4E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폰에서 접속 안 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다른 와이파이 / AP 격리 / IP 변경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ifconfig wlan0 로 IP 확인, 공유기 AP 격리 해제, 홈 화면 아이콘 주소 갱신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몇 분 뒤 서버 죽음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배터리 최적화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Termux·Termux:Boot 배터리 최적화 제외, 스크립트의 termux-wake-lock 확인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부팅 후 서버 안 뜸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Termux:Boot 권한 / 스크립트 CRLF / 옛 프로세스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Termux:Boot 한 번 열기, sed -i "s/\r$//", pgrep -f kiosk-server.jar 로 확인 후 pkill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업데이트했는데 옛 화면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옛 프로세스가 살아 있음 (pgrep 가드) / 릴리스가 옛 것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pkill 후 재시작, gh release list 로 latest 확인. 화면은 1분 내 자동 새로고침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PIN 이 맞는데 틀리다고 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config/application.yml 이 실행 폴더에 없음 / 들여쓰기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~/kiosk/config/application.yml 위치와 YAML 들여쓰기(공백 2칸) 확인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"수정됨" 시각이 9시간 어긋남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JVM 시간대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코드에서 Asia/Seoul 고정됨. 옛 jar 면 업데이트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키오스크에서 쿠폰 못 고름 (????)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동명이인 중 번호 없는 옛 쿠폰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스태프 &gt; 쿠폰에서 번호 등록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옛 방식 메모가 남은 주문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재빌드 전 열어둔 키오스크 화면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기동 때마다 낸 돈으로 변환됨. 재시작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  <a:tr h="345809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E2E 가 sms: 에서 멈춤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헤드리스 크롬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window.__smsCapture 훅 (helpers) 사용 — 이미 적용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581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DB 잠김(SQLITE_BUSY)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외부에서 DB 파일을 동시에 열었음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21C"/>
                          </a:solidFill>
                          <a:latin typeface="Malgun Gothic"/>
                        </a:rPr>
                        <a:t>서버 실행 중엔 sqlite3 로 쓰기 금지. 백업은 VACUUM INTO 사용</a:t>
                      </a:r>
                    </a:p>
                  </a:txBody>
                  <a:tcPr marL="54864" marR="54864" marT="27432" marB="27432">
                    <a:solidFill>
                      <a:srgbClr val="FAF6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알려진 한계 · 향후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5120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2B221C"/>
                </a:solidFill>
                <a:latin typeface="Malgun Gothic"/>
              </a:rPr>
              <a:t>•  쿠폰 충전이 현금인지 이체인지는 기록하지 않는다 (요청에 따라 보류). 마감 정산이 필요해지면 충전 버튼에 수단 선택 추가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B221C"/>
                </a:solidFill>
                <a:latin typeface="Malgun Gothic"/>
              </a:rPr>
              <a:t>•  문자는 스태프 폰의 문자 앱을 열어 주는 방식. 자동 발송(API)은 비용/인증이 필요해 미구현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B221C"/>
                </a:solidFill>
                <a:latin typeface="Malgun Gothic"/>
              </a:rPr>
              <a:t>•  스태프 토큰은 메모리에만 — 서버 재시작 시 재로그인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B221C"/>
                </a:solidFill>
                <a:latin typeface="Malgun Gothic"/>
              </a:rPr>
              <a:t>•  태블릿 한 대 = 단일 장애점. 고장 시 복구 절차(백업/복구 장)로 새 태블릿에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B221C"/>
                </a:solidFill>
                <a:latin typeface="Malgun Gothic"/>
              </a:rPr>
              <a:t>•  가로(1333×800) 레이아웃은 세로 기준으로만 맞춰져 있음. 태블릿은 세로 고정 권장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B221C"/>
                </a:solidFill>
                <a:latin typeface="Malgun Gothic"/>
              </a:rPr>
              <a:t>•  주문 중 메뉴 가격을 바꾸면 그 손님의 장바구니 표시 가격과 서버 계산이 다를 수 있음 (서버가 기준). 영업 중 가격 변경은 피할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76072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BF0DC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06440"/>
            <a:ext cx="1078992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2B221C"/>
                </a:solidFill>
                <a:latin typeface="Malgun Gothic"/>
              </a:rPr>
              <a:t>결정 기록: docs/manual-test.md(직접 테스트 시나리오), README.md(규칙·설정), 커밋 메시지(기능별 변경 이유)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